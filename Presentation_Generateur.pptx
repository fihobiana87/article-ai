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lever-nifty-dijkstra/mnt/.claude/skills/nuklear-brand/assets/logos/N - 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Générateur de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Web &amp; Blog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pratique — Comment utiliser l'outil au quotidien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NUKLEAR — Version 1.0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91440"/>
          </a:xfrm>
          <a:prstGeom prst="rect">
            <a:avLst/>
          </a:prstGeom>
          <a:solidFill>
            <a:srgbClr val="E2301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PRINCIPE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L'outil produit du contenu web optimisé (SEO, AEO, GEO) en 4 étapes. Chaque étape est validée avant de passer à la suivante. Deux flux existent 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PAGES WEB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structurelles : accueil, services, à propos, contact, portfolio, landing pages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6517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Intelligence Client — Collecter et valider les infos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Stratégie Mots-Clés — 50K+ KW, scoring, P1/P2/P3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Rédaction Pages — Contenu optimisé, DOCX V10.2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Audit Cohérence — Vérification croisée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BLOG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Articles organisés en Topic Clusters, rattachés à des pages piliers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0" y="26517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B1. Préparation Cluster — Champ sémantique + plan articles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B2. Stratégie MC Cluster — P1/P2/P3 par article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B3. Rédaction Articles — PDF + MD + Strapi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B4. Audit Cohérence Cluster — Vérification croisée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Principe : on ne passe JAMAIS à l'étape suivante sans validation. Chaque validation aligne le client, l'opérateur et l'outil.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PRINCIPE CLÉ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validations — Tout est aligné avant d'avancer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étape se termine par une validation. C'est le même principe partout : quelqu'un (client ou opérateur) vérifie le livrable, donne son OK ou demande des corrections. On boucle jusqu'à ce que ce soit bon.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1828800" cy="64008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produit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livrable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51760" y="1920240"/>
            <a:ext cx="1828800" cy="64008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2" name="Text 9"/>
          <p:cNvSpPr/>
          <p:nvPr/>
        </p:nvSpPr>
        <p:spPr>
          <a:xfrm>
            <a:off x="265176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(client ou opérateur)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1920240"/>
            <a:ext cx="1371600" cy="640080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 ?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286000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480560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583680" y="1920240"/>
            <a:ext cx="2103120" cy="64008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OUI → Étape suivante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17920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583680" y="2743200"/>
            <a:ext cx="2103120" cy="64008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 → Corrections → Re-validation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7 validations du process complet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3611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valide le formulaire d'informations (Étape 1)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39593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" y="3959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Opérateur fait l'import/export GKP (Étape 2)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43068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" y="4306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Client/opérateur valide la stratégie mots-clés (Étape 2)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46542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22960" y="4654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Opérateur valide les mini-briefs avant rédaction (Étape 3)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54880" y="3611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V5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2064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cohérence en session fraîche (Étape 4)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754880" y="39593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120640" y="3959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valide les contenus finaux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54880" y="43068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V7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120640" y="4306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 — uniquement quand audit ET client ont validé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 OUTILS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skills à invoquer dans Claude Cowork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skill s'invoque en le mentionnant dans ta conversation avec Claude. Claude lit le skill et suit les instructions.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pipeline (dans l'ordre d'utilisation)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intelligence-client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65176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Scanne le site, pré-remplit le formulaire HTML, génère Fiche Entreprise + Structure Site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221992"/>
            <a:ext cx="822960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keyword-strategy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51760" y="22677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 mots-clés, CSV GKP, scoring, assignation P1/P2/P3, HTML interactif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569464"/>
            <a:ext cx="822960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615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redaction-pages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651760" y="26151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Rédige les pages en DOCX V10.2 (7 parties) avec 32 disciplines SEO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916936"/>
            <a:ext cx="822960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962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redaction-blog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651760" y="29626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Rédige les articles blog en PDF + MD + Strapi (8 sous-types)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264408"/>
            <a:ext cx="822960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310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audit-coherence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651760" y="3310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Vérifie la cohérence en session fraîche (pages ou cluster blog)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support (lus automatiquement par les skills pipeline)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writing-standards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65176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Socle qualité : blacklist IA, humanisation, frameworks rédactionnels, véracité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web-optimization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65176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disciplines SEO / GEO / AEO / CRO / E-E-A-T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4754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nuklear-brand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65176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Charte graphique NUKLEAR (light theme, rouge #E23013, logo N noir)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frameworks — Quel modèle pour quelle page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page ou article est rédigé selon un framework adapté à son objectif. Claude recommande le meilleur framework, mais tu peux choisir.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Frameworks Pages Web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965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554480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d'accueil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834640" y="1965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Positionnement + distribution du trafic vers les pages services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0" y="1965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800-1 200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PASTOR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554480" y="2267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services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834640" y="22677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Problème → Amplification → Solution → Transformation → Offre → Réponse (invisible)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772400" y="2267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1 200-1 800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25694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Narrative E-E-A-T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554480" y="25694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propos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834640" y="25694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Prouve Experience, Expertise, Authority, Trust via une histoire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772400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800-1 200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7200" y="2871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Utilitaire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554480" y="28712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834640" y="28712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Court, direct, fonctionnel. Formulaire + coordonnées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72400" y="2871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200-400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57200" y="3172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554480" y="3172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834640" y="31729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Contexte → Défi → Solution → Résultats chiffrés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772400" y="3172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600-1 000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57200" y="3474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AIDA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554480" y="3474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page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834640" y="3474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→ Interest → Desire → Action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772400" y="3474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1 000-1 500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57200" y="3776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554480" y="3776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Problème-solution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834640" y="37764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→ Agitate → Solve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772400" y="37764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1 000-1 500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57200" y="4078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StoryBrand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554480" y="4078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Parcours client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2834640" y="40782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client est le héros, l'entreprise est le guide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772400" y="4078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1 000-1 500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57200" y="4379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FAQ-first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554480" y="43799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 potentiel GEO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834640" y="43799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question-réponse pour les featured snippets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772400" y="43799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800-1 200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le blog : 8 sous-types d'articles (détaillés dans le flux blog, slide 15)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lever-nifty-dijkstra/mnt/.claude/skills/nuklear-brand/assets/logos/N - 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Pages Web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Walkthrough étape par étape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1 — CE QUE TU FAIS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Client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Rassemble les sources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du site, PDF, plaquettes, charte graphique, nom du client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1874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 intelligence-client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 à Claude : "Lance intelligence-client pour [Nom Client]"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14400" y="2514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scrappe + pré-remplit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14400" y="2715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analyse le site et les docs, puis génère un formulaire HTML pré-rempli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315468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14400" y="3154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Envoie le HTML au client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4400" y="33558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client ouvre dans son navigateur, complète, puis exporte le JSON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3840480"/>
            <a:ext cx="3931920" cy="32004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25" name="Shape 22"/>
          <p:cNvSpPr/>
          <p:nvPr/>
        </p:nvSpPr>
        <p:spPr>
          <a:xfrm>
            <a:off x="457200" y="3840480"/>
            <a:ext cx="54864" cy="3200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VALIDATION : Le client exporte le JSON validé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123444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8" name="Text 25"/>
          <p:cNvSpPr/>
          <p:nvPr/>
        </p:nvSpPr>
        <p:spPr>
          <a:xfrm>
            <a:off x="475488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21208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Donne le JSON à Claude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21208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génère les documents de production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196596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1965960"/>
            <a:ext cx="54864" cy="169164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33" name="Text 30"/>
          <p:cNvSpPr/>
          <p:nvPr/>
        </p:nvSpPr>
        <p:spPr>
          <a:xfrm>
            <a:off x="4937760" y="20391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Claude produit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937760" y="2313432"/>
            <a:ext cx="3611880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[CLIENT]_Formulaire.html — Interface client (57+ questions)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[CLIENT]_Formulaire_Valide.json — Source de vérité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[CLIENT]_Fiche_Entreprise.md — 10 sections complètes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[CLIENT]_Structure_Site_Initiale.md — Arborescence + P1 provisoires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754880" y="3840480"/>
            <a:ext cx="3931920" cy="4572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6" name="Text 33"/>
          <p:cNvSpPr/>
          <p:nvPr/>
        </p:nvSpPr>
        <p:spPr>
          <a:xfrm>
            <a:off x="489204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JSON client = source de vérité. C'est la version du client qui prime, pas les données extraites.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Stockage : ./clients/[CLIENT]/01_Fondations/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2 — CE QUE TU FAIS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de Mots-Clés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 keyword-strategy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lit la Fiche Entreprise + Structure Site, scrappe les concurrents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1874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génère les CSV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50K+ mots-clés minimum (viser 100K+), découpés en lots de 9 999 max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514600"/>
            <a:ext cx="3931920" cy="32004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514600"/>
            <a:ext cx="54864" cy="3200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VALIDATION : Importe chaque CSV dans Google Keyword Planner, exporte les résultats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297180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2971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Donne les CSV GKP à Claude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score, assigne P1/P2/P3, vérifie l'anti-cannibalisation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361188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611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produit le HTML interactif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14400" y="3813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complète : P1/P2/P3, H1, meta, structure site finale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4251960"/>
            <a:ext cx="3931920" cy="32004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4251960"/>
            <a:ext cx="54864" cy="3200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29" name="Text 26"/>
          <p:cNvSpPr/>
          <p:nvPr/>
        </p:nvSpPr>
        <p:spPr>
          <a:xfrm>
            <a:off x="566928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VALIDATION : Client/opérateur valide dans le HTML → exporte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54880" y="123444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54880" y="1234440"/>
            <a:ext cx="54864" cy="201168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32" name="Text 29"/>
          <p:cNvSpPr/>
          <p:nvPr/>
        </p:nvSpPr>
        <p:spPr>
          <a:xfrm>
            <a:off x="4937760" y="1307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Contenu du HTML interactif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937760" y="1581912"/>
            <a:ext cx="36118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P1/P2/P3 par page avec métriques (volume, CPC, concurrence)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Termes à citer + entités nommées + enrichissements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proposés + meta titles + meta descriptions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du Site Finale avec URLs définitives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Sauvegarde locale + Export JSON/CSV + Import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54880" y="3429000"/>
            <a:ext cx="3931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754880" y="3429000"/>
            <a:ext cx="54864" cy="109728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36" name="Text 33"/>
          <p:cNvSpPr/>
          <p:nvPr/>
        </p:nvSpPr>
        <p:spPr>
          <a:xfrm>
            <a:off x="4937760" y="35021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 validation → Claude génère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937760" y="377647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[CLIENT]_Strategie_Mots_Cles.md — Document de production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[CLIENT]_Structure_Site_Finale.md — P1 et URLs définitifs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3 — CE QUE TU FAIS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Pages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 redaction-pages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vérifie la cohérence entre Fiche Entreprise, Structure Site et Stratégie MC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1874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génère les mini-briefs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brief par page : framework, P1/P2/P3, CTA, longueur cible, preuves à utiliser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514600"/>
            <a:ext cx="3931920" cy="32004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514600"/>
            <a:ext cx="54864" cy="3200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VALIDATION : Tu valides chaque brief (framework, longueur, CTA)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2926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rédige page par page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disciplines SEO, blacklist IA, ton du client, maillage interne, PASTOR invisible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356616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566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Récupère les DOCX V10.2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14400" y="3767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fichier par page, 7 parties (voir slide suivante)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123444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1234440"/>
            <a:ext cx="54864" cy="164592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1307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Règles clés de rédaction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37760" y="1581912"/>
            <a:ext cx="36118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en densité 1-2%, P2 dans les H2, P3 dans le corps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Réponse à l'intent dans les 100 premiers mots (GEO/AEO)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moins 1 CTA actionnable par page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Rythme varié, zéro remplissage, PASTOR invisible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Mots/expressions interdits du client respectés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54880" y="306324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3063240"/>
            <a:ext cx="54864" cy="91440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33" name="Text 30"/>
          <p:cNvSpPr/>
          <p:nvPr/>
        </p:nvSpPr>
        <p:spPr>
          <a:xfrm>
            <a:off x="4937760" y="31363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multi-sessions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937760" y="341071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 3 pages ou si baisse de qualité détectée,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propose de sauvegarder + changer de session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Stockage : ./clients/[CLIENT]/03_Contenu_Pages/[CLIENT]_[NomPage]_[Lang]_V[X].docx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LIVRABLE PAGES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DOCX V10.2 — Les 7 parties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page web produit 1 fichier DOCX structuré en 7 parties. Les parties 1-2 et 5-7 sont techniques (pour l'intégrateur). Les parties 3-4 sont le contenu visible.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411480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7830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1783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 technique SEO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" y="19659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Mots-clés P1/P2/P3, meta title &amp; description, structure Hn, densité cible, anti-cannibalisation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0" y="1783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Technique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57200" y="2221992"/>
            <a:ext cx="411480" cy="347472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2219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5840" y="2221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Capsule AEO/GEO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05840" y="24048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JSON-LD WebPage + Speakable (~150 mots). Texte invisible, injecté dans le &lt;head&gt;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772400" y="2221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Technique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2660904"/>
            <a:ext cx="411480" cy="347472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6609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26609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Contenu rédigé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05840" y="28437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Texte visible du site, section par section, avec CTAs et liens internes notés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772400" y="26609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+ intégrateur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7200" y="3099816"/>
            <a:ext cx="411480" cy="347472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30998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30998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FAQ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05840" y="32826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Questions/réponses exploitant les P3 et questions GEO identifiées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772400" y="30998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+ intégrateur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3538728"/>
            <a:ext cx="411480" cy="347472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35387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05840" y="3538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Maillage interne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05840" y="3721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: texte d'ancrage → URL cible → section de la page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772400" y="3538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Technique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57200" y="3977640"/>
            <a:ext cx="411480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39776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0584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 structurées JSON-LD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005840" y="41605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Organization, Service, FAQPage, BreadcrumbList, etc. Prêt à copier-coller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772400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Technique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57200" y="4416552"/>
            <a:ext cx="411480" cy="347472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4165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P7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05840" y="44165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 technique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005840" y="45994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Compteurs de validation, KPIs SEO, checklist des 32 disciplines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772400" y="44165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Technique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4 — CE QUE TU FAIS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Cohérence &amp; Publication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Ouvre une NOUVELLE session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L'audit se fait toujours en contexte frais — jamais dans la session de rédaction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1874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 audit-coherence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Donne-lui tous les DOCX + Stratégie MC + Structure Site Finale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54880" y="12344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234440"/>
            <a:ext cx="54864" cy="1371600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18" name="Text 15"/>
          <p:cNvSpPr/>
          <p:nvPr/>
        </p:nvSpPr>
        <p:spPr>
          <a:xfrm>
            <a:off x="4937760" y="1307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l'audit vérifie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37760" y="1581912"/>
            <a:ext cx="3611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bien placés dans H1, meta title, intro de chaque page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P1 dupliqué — H1 et meta titles tous distincts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disciplines appliquées — maillage cohérent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Zéro blacklist IA — mots interdits client respectés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boucle audit → publication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200400"/>
            <a:ext cx="1828800" cy="548640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pré-client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560320" y="3200400"/>
            <a:ext cx="1097280" cy="54864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4" name="Text 21"/>
          <p:cNvSpPr/>
          <p:nvPr/>
        </p:nvSpPr>
        <p:spPr>
          <a:xfrm>
            <a:off x="256032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 ?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931920" y="3200400"/>
            <a:ext cx="1828800" cy="54864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26" name="Text 23"/>
          <p:cNvSpPr/>
          <p:nvPr/>
        </p:nvSpPr>
        <p:spPr>
          <a:xfrm>
            <a:off x="393192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035040" y="3200400"/>
            <a:ext cx="1097280" cy="54864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8" name="Text 25"/>
          <p:cNvSpPr/>
          <p:nvPr/>
        </p:nvSpPr>
        <p:spPr>
          <a:xfrm>
            <a:off x="603504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 ?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406640" y="3200400"/>
            <a:ext cx="1280160" cy="54864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30" name="Text 27"/>
          <p:cNvSpPr/>
          <p:nvPr/>
        </p:nvSpPr>
        <p:spPr>
          <a:xfrm>
            <a:off x="740664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286000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657600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760720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132320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NON → Corrections → retour audit (session fraîche)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limite d'itérations. Corrections mineures (typos) ne nécessitent pas de re-audit. Corrections structurelles → re-audit obligatoire.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lever-nifty-dijkstra/mnt/.claude/skills/nuklear-brand/assets/logos/N - 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Blog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Walkthrough étape par étape — Articles en Topic Clusters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B1 — CE QUE TU FAIS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Préparation du Cluster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EF6D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Pré-requis : les pages web doivent être publiées (idéal) OU au minimum avoir la Fiche Entreprise + Structure Site. Sans ça, lance d'abord intelligence-client.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Choisis le cluster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029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Donne à Claude : URL de la page pilier OU un sujet/thème/champ lexical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2468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expand les mots-clés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2670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10K+ par cluster minimum (viser 20-30K+), 14+ angles informationnels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3108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génère les CSV GKP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4400" y="3310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Nommage : [CLIENT]_GKP_BLOG_[Cluster]_[FR|EN]_Lot[N].csv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3703320"/>
            <a:ext cx="3931920" cy="32004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3703320"/>
            <a:ext cx="54864" cy="3200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VALIDATION : Import/export GKP (même process que les pages)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754880" y="182880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6" name="Text 23"/>
          <p:cNvSpPr/>
          <p:nvPr/>
        </p:nvSpPr>
        <p:spPr>
          <a:xfrm>
            <a:off x="475488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21208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propose un plan d'articles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212080" y="2029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Articles priorisés avec P1 cible, sous-type, angle éditorial, volume estimé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754880" y="2514600"/>
            <a:ext cx="3931920" cy="32004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30" name="Shape 27"/>
          <p:cNvSpPr/>
          <p:nvPr/>
        </p:nvSpPr>
        <p:spPr>
          <a:xfrm>
            <a:off x="4754880" y="2514600"/>
            <a:ext cx="54864" cy="3200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31" name="Text 28"/>
          <p:cNvSpPr/>
          <p:nvPr/>
        </p:nvSpPr>
        <p:spPr>
          <a:xfrm>
            <a:off x="4864608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VALIDATION : Tu valides le plan (quels articles, quel ordre)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754880" y="297180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54880" y="2971800"/>
            <a:ext cx="54864" cy="118872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34" name="Text 31"/>
          <p:cNvSpPr/>
          <p:nvPr/>
        </p:nvSpPr>
        <p:spPr>
          <a:xfrm>
            <a:off x="4937760" y="30449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 Cluster = page pilier + articles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937760" y="3319272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article est rattaché à une page service (pilier)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Maillage obligatoire : article → pilier (≥2 liens)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Anti-cannibalisation : blog P1 ≠ page P1 (intent différent)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Stockage : ./clients/[CLIENT]/04_Blog/[Cluster-Name]/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B2 — CE QUE TU FAIS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Mots-Clés du Cluster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Donne les CSV GKP exportés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score, assigne P1/P2/P3 par article, vérifie l'anti-cannibalisation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1874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produit le HTML interactif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 pattern que les pages : P1/P2/P3 par article, H1, meta, maillage prévu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514600"/>
            <a:ext cx="3931920" cy="32004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514600"/>
            <a:ext cx="54864" cy="3200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VALIDATION : Client/opérateur valide la stratégie → exporte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2926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génère le MD de production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[CLIENT]_Strategie_MC_Blog_[Cluster].md — Document enrichi pour la rédaction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54880" y="123444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1234440"/>
            <a:ext cx="54864" cy="182880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25" name="Text 22"/>
          <p:cNvSpPr/>
          <p:nvPr/>
        </p:nvSpPr>
        <p:spPr>
          <a:xfrm>
            <a:off x="4937760" y="1307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Différences avec les pages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37760" y="1581912"/>
            <a:ext cx="36118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Anti-cannibalisation en 3 niveaux :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— Blog P1 ≠ Pages P1 (intent différent)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— Blog P1 ≠ Autre blog P1 (même ou autre cluster)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— Hiérarchie : pages prioritaires &gt; pages secondaires &gt; blog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Enrichissement par article : entités, LSI, PAA, Featured Snippet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54880" y="324612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3246120"/>
            <a:ext cx="54864" cy="91440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33192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37760" y="359359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interactif + MD de production (même pattern que les pages)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HTML a les mêmes fonctions : sauvegarde locale, export, import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BLOG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8 sous-types d'articles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4864" cy="77724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202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2 500-3 500 mots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490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d'ensemble exhaustive d'un sujet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1709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"Guide complet du développement web en 2026"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54880" y="1234440"/>
            <a:ext cx="54864" cy="7772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HOW-TO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1792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6D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1 500-2 500 mots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490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Tutoriel pas-à-pas actionnable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937760" y="1709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"Comment migrer son site vers Next.js"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2148840"/>
            <a:ext cx="54864" cy="77724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92024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1 500-2 500 mots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2404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Curation classée d'items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2624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"Top 10 des outils SEO gratuits"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754880" y="2148840"/>
            <a:ext cx="54864" cy="777240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4" name="Text 21"/>
          <p:cNvSpPr/>
          <p:nvPr/>
        </p:nvSpPr>
        <p:spPr>
          <a:xfrm>
            <a:off x="493776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1792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2 000-3 000 mots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937760" y="2404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Étude approfondie avec données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37760" y="2624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"Analyse des tendances UX/UI 2026"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57200" y="3063240"/>
            <a:ext cx="54864" cy="77724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COMPARATIF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92024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2 000-3 000 mots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0080" y="3319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vs Y, verdict argumenté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" y="3538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"React vs Vue : quel framework choisir ?"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754880" y="3063240"/>
            <a:ext cx="54864" cy="7772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34" name="Text 31"/>
          <p:cNvSpPr/>
          <p:nvPr/>
        </p:nvSpPr>
        <p:spPr>
          <a:xfrm>
            <a:off x="493776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ÉTUDE DE CAS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1792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6D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1 500-2 500 mots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937760" y="3319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Contexte → défi → résultats chiffrés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937760" y="3538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"Comment on a doublé le trafic de [client]"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57200" y="3977640"/>
            <a:ext cx="54864" cy="77724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39" name="Text 36"/>
          <p:cNvSpPr/>
          <p:nvPr/>
        </p:nvSpPr>
        <p:spPr>
          <a:xfrm>
            <a:off x="640080" y="3977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92024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1 000-2 000 mots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40080" y="4233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Définitions structurées + liens croisés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4453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"Glossaire SEO : 50 termes expliqués"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4754880" y="3977640"/>
            <a:ext cx="54864" cy="777240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44" name="Text 41"/>
          <p:cNvSpPr/>
          <p:nvPr/>
        </p:nvSpPr>
        <p:spPr>
          <a:xfrm>
            <a:off x="4937760" y="3977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ACTUALITÉ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21792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800-1 500 mots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937760" y="4233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Fait, analyse, impact, que faire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937760" y="4453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"Google Core Update mars 2026 : impacts"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B3 — CE QUE TU FAIS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des Articles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 redaction-blog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vérifie la cohérence avec le plan cluster et la stratégie MC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1874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génère les mini-briefs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brief par article dans un seul fichier : [CLIENT]_[Cluster]_Briefs.md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514600"/>
            <a:ext cx="3931920" cy="32004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514600"/>
            <a:ext cx="54864" cy="3200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VALIDATION : Tu valides chaque brief (sous-type, angle, CTA, longueur)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2926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rédige article par article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contenu (P1-P4) puis phase technique (P5-P7) + auto-check intégré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356616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566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Récupère les 3 fichiers/article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14400" y="3767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Blog MD+PDF + Strapi MD séparé — le tout stocké dans le dossier cluster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1234440"/>
            <a:ext cx="3931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1234440"/>
            <a:ext cx="54864" cy="109728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1307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Blog MD + PDF (livrable principal)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37760" y="158191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éditorial + Article complet + Version Newsletter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FAQ + Sources citées + Articles connexes du cluster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54880" y="2468880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2468880"/>
            <a:ext cx="54864" cy="82296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33" name="Text 30"/>
          <p:cNvSpPr/>
          <p:nvPr/>
        </p:nvSpPr>
        <p:spPr>
          <a:xfrm>
            <a:off x="4937760" y="25420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Strapi MD (export CMS)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937760" y="281635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champs mappés pour import direct dans Strapi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title, slug, content, meta, faq, related_articles...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754880" y="3474720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754880" y="3474720"/>
            <a:ext cx="54864" cy="82296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37" name="Text 34"/>
          <p:cNvSpPr/>
          <p:nvPr/>
        </p:nvSpPr>
        <p:spPr>
          <a:xfrm>
            <a:off x="4937760" y="35478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Auto-check intégré (niveau 1)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937760" y="382219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Densité, maillage pilier, blacklist, structure Hn, longueur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problème → Claude corrige AVANT de livrer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Multi-sessions : Claude propose de changer après 2 articles ou si baisse de qualité.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B4 — CE QUE TU FAIS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Cohérence Cluster &amp; Publication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Ouvre une NOUVELLE session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 principe que pour les pages : audit en contexte frais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1874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 audit-coherence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Donne tous les articles du cluster + stratégie MC + structure site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51460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514600"/>
            <a:ext cx="54864" cy="1645920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25877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l'audit vérifie (par article + par cluster)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2862072"/>
            <a:ext cx="36118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uniques, H1 distincts, meta titles distincts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Anti-cannibalisation : blog P1 ≠ pages P1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Maillage bidirectionnel article ↔ pilier (≥2 liens)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Couverture du champ sémantique prévue dans le plan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Cohérence du ton entre articles du cluster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Featured Snippet présent et optimisé par article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123444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1234440"/>
            <a:ext cx="54864" cy="164592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2" name="Text 19"/>
          <p:cNvSpPr/>
          <p:nvPr/>
        </p:nvSpPr>
        <p:spPr>
          <a:xfrm>
            <a:off x="4937760" y="1307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 boucle de validation que les pages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37760" y="1581912"/>
            <a:ext cx="36118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pré-client → Si problèmes → Corrections → Re-audit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 client → Si corrections → Intégrer → Re-audit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 uniquement quand audit ET client OK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Corrections mineures (typos) = pas de re-audit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Corrections structurelles = re-audit obligatoire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54880" y="3063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: [CLIENT]_Audit_Blog_[Cluster]_[Date].md dans 05_Audits/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3708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vs Blog : Pages = intent commercial, DOCX V10.2, 50K+ KW. Blog = intent informationnel, PDF+MD+Strapi, 10K+/cluster, Topic Clusters, newsletter intégrée.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RÉFÉRENCE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Arborescence &amp; Nommage des fichiers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8229600" cy="338328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371600"/>
            <a:ext cx="7498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./clients/[CLIENT]/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01_Fondations/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[CLIENT]_Formulaire.html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[CLIENT]_Formulaire_Valide.json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[CLIENT]_Fiche_Entreprise.md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[CLIENT]_Structure_Site_Initiale.md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[CLIENT]_Structure_Site_Finale.md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02_Mots-Cles/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[CLIENT]_Strategie_MC.html + .md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GKP-Import/ + GKP-Export/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03_Contenu_Pages/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[CLIENT]_[Page]_[Lang]_V[X].docx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04_Blog/[Cluster]/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Plan + Strategie_MC_Blog + Briefs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[Article]/ → .md + .pdf + Strapi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05_Audits/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_Claude/ → Briefs de continuité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Remplace [CLIENT] par le nom du client (ex: NUKLEAR). Chaque client a son propre dossier isolé.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Générateur de Pages Web &amp; Blog — Guide Pratique</dc:title>
  <dc:subject>PptxGenJS Presentation</dc:subject>
  <dc:creator>NUKLEAR</dc:creator>
  <cp:lastModifiedBy>NUKLEAR</cp:lastModifiedBy>
  <cp:revision>1</cp:revision>
  <dcterms:created xsi:type="dcterms:W3CDTF">2026-03-28T13:44:40Z</dcterms:created>
  <dcterms:modified xsi:type="dcterms:W3CDTF">2026-03-28T13:44:40Z</dcterms:modified>
</cp:coreProperties>
</file>